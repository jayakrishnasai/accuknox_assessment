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ACCUKNOX SOLUTION ENGINEER TRAINEE ASSESSMENT</a:t>
            </a:r>
          </a:p>
          <a:p>
            <a:pPr>
              <a:spcAft>
                <a:spcPts val="1500"/>
              </a:spcAft>
              <a:defRPr sz="4000" b="1">
                <a:solidFill>
                  <a:srgbClr val="FFFFFF"/>
                </a:solidFill>
              </a:defRPr>
            </a:pPr>
            <a:r>
              <a:t>Falco vs KubeArmor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Deep Architectural Comparison: Detection &amp; Alerting vs Inline Active Enforcement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Underlying Architectures: How They Operate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FALCO: System Call Tracing &amp; Detection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Architecture: Syscall monitoring via eBPF probe / kernel module -&gt; Userspace Ring Buffer.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Operation Mode: Asynchronous / Post-incident. Emits alert AFTER the system call occurs.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Blocking Ability: Cannot natively block in-flight syscalls (requires external sidecars or pod termination).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Analogy: A high-resolution security camera recording a burglary as it happens.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KUBEARMOR: Linux Security Modules (LSM) &amp; Active Prevention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Architecture: Direct integration with Linux Security Modules (AppArmor, SELinux, BPF-LSM) + eBPF telemetry.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Operation Mode: Synchronous Inline Enforcement. Evaluates policy BEFORE the syscall executes.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Blocking Ability: Natively returns -EACCES (Permission Denied) to halt malicious binaries/file access instantly.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Analogy: An impenetrable locked door with an active guard preventing unauthorized entry.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 &amp; Capability Matrix: Falco vs KubeArmor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Falco (Sysdig)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KubeArmor (AccuKnox / CNCF)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Core Philosophy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Threat Detection &amp; Anomaly Auditing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Zero-Trust Active Prevention &amp; 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Enforcement Hook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eBPF tracepoints / kprobes (Post-exec)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Kernel LSMs (AppArmor / SELinux / BPF-LSM)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Action on Threat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Logs / Alerts /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Inline Syscall Blocking (-EACCES) + Rich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Policy Definition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 Falco YAML Rule DSL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Kubernetes-Native CRDs (KubeArmorPolicy)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Zero-Trust Hardening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Requires manual tuning / Alert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Native Default-Deny &amp; Binary Whitelisting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Workload Support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K8s &amp; Linux Hosts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K8s, Linux VMs, Bare-Metal &amp; Edge (K3s)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Strategic Positioning &amp; AccuKnox CNAPP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Strategic Evaluation: When to Choose Which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Falco is best suited for SIEM/SOC teams wanting broad behavioral visibility and historical event auditing.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KubeArmor is essential when organizations mandate active Zero-Trust workload isolation and strict compliance (NIST/PCI/CIS).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Combined Value: Telemetry + Active Enforcement forms the ultimate cloud-native security posture.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The AccuKnox Enterprise Advantage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Automated Policy Discovery: AI-driven discovery engines observe application telemetry and automatically generate least-privilege KubeArmor policies.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Unified CNAPP Platform: Integrates CSPM (Cloud Posture), CWPP (Workload Protection), and CIEM into a single pane of glass.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True Zero-Trust: Protects against zero-day RCE, credential theft, and ransomware with zero performance penalty.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