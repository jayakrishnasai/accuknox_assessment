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A5E9"/>
                </a:solidFill>
              </a:defRPr>
            </a:pPr>
            <a:r>
              <a:t>ACCUKNOX SOLUTION ENGINEER TRAINEE ASSESSMENT</a:t>
            </a:r>
          </a:p>
          <a:p>
            <a:pPr>
              <a:spcAft>
                <a:spcPts val="1500"/>
              </a:spcAft>
              <a:defRPr sz="3600" b="1">
                <a:solidFill>
                  <a:srgbClr val="FFFFFF"/>
                </a:solidFill>
              </a:defRPr>
            </a:pPr>
            <a:r>
              <a:t>Top 5 Kubernetes Security Attack Vectors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Anatomy of Cloud-Native Vulnerabilities, Lateral Movement &amp; Zero-Trust Mitigation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ACCUKNOX SOLUTION ENGINEER TRAINEE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Control Plane &amp; Supply Chain Threats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1. Misconfigured Kube-API Server &amp; RBAC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Threat: Publicly exposed API server (port 6443) or overly permissive RBAC roles (cluster-admin, wildcard * verbs).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Exploit Path: Stolen tokens allow attackers to deploy rogue pods, mount secrets, and take over cluster controls.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Real Impact: Tesla cryptojacking incident via exposed unauthenticated Kubernetes dashboard.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Mitigation: Private API endpoints, strict OIDC authentication, automated RBAC least-privilege auditing.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2. Insecure Supply Chain &amp; Container Images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Threat: Base images containing known CVEs, unvetted public registries, or poisoned CI/CD build pipelines.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Exploit Path: Deploying backdoored containers that establish reverse shells on startup.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Real Impact: Kinsing &amp; Doki malware targeting misconfigured container registries and engines.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Mitigation: Mandatory image signature verification (Cosign/Notary), vulnerability gating in CI/CD, and SBOM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ACCUKNOX SOLUTION ENGINEER TRAINEE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Runtime, Network &amp; Host-Level Attack Vectors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3. In-Pod RCE &amp; SA Token Theft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Threat: Web app vulnerabilities (Command Injection, LFI, Log4j).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Exploit Path: Attacker steals pod ServiceAccount token at /var/run/secrets/... to pivot to K8s API.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Mitigation: KubeArmor file/process blocking, automountServiceAccountToken: false.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4. Flat Pod Networking &amp; Lateral Drift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Threat: Default open east-west traffic between all namespaces.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Exploit Path: Compromised pod scans internal VPC, DBs, and cloud metadata (169.254.169.254).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Mitigation: Default-deny NetworkPolicies, eBPF microsegmentation, Cilium/AccuKnox CNAPP.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5. Container Breakout &amp; Host Escape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Threat: Privileged containers (privileged: true, hostPID, CAP_SYS_ADMIN) or kernel CVEs.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Exploit Path: Escapes container isolation to root host node.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Mitigation: Restrictive Pod Security Standards (PSS), Seccomp, and BPF-LSM enforcement.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ACCUKNOX SOLUTION ENGINEER TRAINEE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Defense-in-Depth &amp; The AccuKnox Zero-Trust Architecture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4327855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Attack Vector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Security Approach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AccuKnox / Modern Zero-Trust Solution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1. API &amp; RBAC Abuse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Manual RBAC review, audit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Dynamic Admission Control (Kyverno/OPA) + Posture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2. Supply Chain Risks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Static image scanning in CI/CD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Signature validation + SBOM + Admission Policy gating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3. In-Pod RCE &amp; Token Theft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Static container file permissions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KubeArmor Active LSM/eBPF runtime process &amp; file blocking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4. Lateral Movement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Basic K8s NetworkPolicies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eBPF-driven zero-trust microsegmentation with L7/DNS filtering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5. Container Breakout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Pod Security Standards (PSS)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t>LSM (AppArmor / SELinux / BPF-LSM) system call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